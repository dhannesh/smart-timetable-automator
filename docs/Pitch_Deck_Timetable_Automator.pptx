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486400" cy="54864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5" name="Image 0" descr="/home/claude/build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Timetable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Auto-Generator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AI Reassignment Agent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clash-prone spreadsheets to a self-healing, AI-driven college timetable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Dhaneshwar Kumar  •  ABTalks  •  60-Day Claude AI Mastery Challenge — Capstone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" name="Image 0" descr="/home/claude/build/icon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0020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Timetabling in engineering colleges is still a manual, fragile process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manual creation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hand-build timetables across sections and faculty, prone to human error and clashes.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6344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once published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6344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faculty absence forces manual cross-checking of every colleague's load to find a substitute.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21488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12480" y="31089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Rapid, real-time changes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370332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leaves and last-minute swaps happen constantly — and today, there's no fast, reliable way to handle them.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0020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three very different needs — one shared source of truth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331720"/>
            <a:ext cx="777240" cy="7772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8" name="Image 1" descr="/home/claude/build/icon_facul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441" y="2432761"/>
            <a:ext cx="575158" cy="5751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Coordinator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920240" y="267004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full timetable instantly, and resolve disruptions in seconds via natural language.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595360" y="248716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2487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secure login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5204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914400" y="3749040"/>
            <a:ext cx="777240" cy="7772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15" name="Image 2" descr="/home/claude/build/icon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41" y="3850081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3630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408736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their own schedule instantly, browse colleagues, and mark themselves on leave with zero friction.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95360" y="390448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9" name="Text 14"/>
          <p:cNvSpPr/>
          <p:nvPr/>
        </p:nvSpPr>
        <p:spPr>
          <a:xfrm>
            <a:off x="8595360" y="3904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5166360"/>
            <a:ext cx="777240" cy="7772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22" name="Image 3" descr="/home/claude/build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41" y="5267401"/>
            <a:ext cx="575158" cy="5751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5047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920240" y="55046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their section's timetable in two clicks — no account, no friction.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595360" y="532180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6" name="Text 20"/>
          <p:cNvSpPr/>
          <p:nvPr/>
        </p:nvSpPr>
        <p:spPr>
          <a:xfrm>
            <a:off x="8595360" y="5321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(dropdown)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3" name="Image 0" descr="/home/claude/build/icon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00200" y="1188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engine that builds the timetable — and an AI agent that keeps it alive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7306E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8" name="Image 1" descr="/home/claude/build/icon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54" y="2512314"/>
            <a:ext cx="507492" cy="5074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auto-generates a clash-free timetable for all 6 sections at once, using deterministic scheduling rules.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078224" y="36576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6A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389120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7306E"/>
          </a:solidFill>
          <a:ln/>
        </p:spPr>
      </p:sp>
      <p:sp>
        <p:nvSpPr>
          <p:cNvPr id="13" name="Shape 9"/>
          <p:cNvSpPr/>
          <p:nvPr/>
        </p:nvSpPr>
        <p:spPr>
          <a:xfrm>
            <a:off x="4663440" y="2423160"/>
            <a:ext cx="685800" cy="68580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14" name="Image 2" descr="/home/claude/build/icon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594" y="2512314"/>
            <a:ext cx="507492" cy="5074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6344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types a plain-English change: “Ms. Sharma is absent Monday period 3.”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827264" y="3657600"/>
            <a:ext cx="301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9E6A"/>
                </a:solidFill>
              </a:rPr>
              <a:t>→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138160" y="21488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7306E"/>
          </a:solidFill>
          <a:ln/>
        </p:spPr>
      </p:sp>
      <p:sp>
        <p:nvSpPr>
          <p:cNvPr id="19" name="Shape 14"/>
          <p:cNvSpPr/>
          <p:nvPr/>
        </p:nvSpPr>
        <p:spPr>
          <a:xfrm>
            <a:off x="8412480" y="2423160"/>
            <a:ext cx="685800" cy="68580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20" name="Image 3" descr="/home/claude/build/icon_ag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634" y="2512314"/>
            <a:ext cx="507492" cy="5074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32918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412480" y="379476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checks faculty load and clashes, proposes a valid substitute, and updates the timetable on confirmation.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(v1.0)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7" name="Image 1" descr="/home/claude/build/icon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190012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01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sections scheduled simultaneously, zero clashes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89120" y="1600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12" name="Image 2" descr="/home/claude/build/icon_ag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43" y="1900123"/>
            <a:ext cx="405994" cy="4059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0" y="1801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Reassignment Agent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1772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in, valid substitute proposed out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16002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16" name="Shape 11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17" name="Image 3" descr="/home/claude/build/icon_facul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083" y="1900123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180136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Self-Service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676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timetable, browse colleagues, mark leave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21" name="Shape 15"/>
          <p:cNvSpPr/>
          <p:nvPr/>
        </p:nvSpPr>
        <p:spPr>
          <a:xfrm>
            <a:off x="868680" y="402336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22" name="Image 4" descr="/home/claude/build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4094683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3995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Access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68680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section lookup, zero login needed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389120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26" name="Shape 19"/>
          <p:cNvSpPr/>
          <p:nvPr/>
        </p:nvSpPr>
        <p:spPr>
          <a:xfrm>
            <a:off x="4617720" y="402336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27" name="Image 5" descr="/home/claude/build/icon_te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043" y="4094683"/>
            <a:ext cx="405994" cy="4059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3995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 Rules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617720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double-booking, fixed lecture counts, lab/room rules, load limits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8138160" y="379476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/>
        </p:spPr>
      </p:sp>
      <p:sp>
        <p:nvSpPr>
          <p:cNvPr id="31" name="Shape 23"/>
          <p:cNvSpPr/>
          <p:nvPr/>
        </p:nvSpPr>
        <p:spPr>
          <a:xfrm>
            <a:off x="8366760" y="4023360"/>
            <a:ext cx="548640" cy="5486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32" name="Image 6" descr="/home/claude/build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8083" y="4094683"/>
            <a:ext cx="405994" cy="40599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052560" y="3995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366760" y="4709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suggestion requires admin confirmation before it's applied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build/icon_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4968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0020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scheduling logic, kept safe by a human-confirmed AI layer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(JS) + Tailwind  →  Supabase (Postgres + Auth)  →  Claude API (agent layer)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32461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CSS — role-based dashboards for Admin, Faculty, and Student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9959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08960" y="399592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Postgres schema for faculty, subjects, sections, rooms, and generated timetable slots, plus built-in Auth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" y="474573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Engine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108960" y="474573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rule-based JavaScript constraint solver — deterministic, debuggable, no ML uncertainty in the core schedule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54955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Layer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108960" y="549554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parses natural-language requests into structured actions; substitute-finding stays rule-based for reliability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3" name="Image 0" descr="/home/claude/build/icon_fu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600200" y="1188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deliberately leaves for the next phase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237744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17320" y="217627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Multi-department, multi-year rollout across the entire college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1031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11" name="Shape 8"/>
          <p:cNvSpPr/>
          <p:nvPr/>
        </p:nvSpPr>
        <p:spPr>
          <a:xfrm>
            <a:off x="6355080" y="237744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03720" y="217627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leave negotiation — faculty directly requesting and accepting substitutions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2918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15" name="Shape 12"/>
          <p:cNvSpPr/>
          <p:nvPr/>
        </p:nvSpPr>
        <p:spPr>
          <a:xfrm>
            <a:off x="868680" y="356616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417320" y="336499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notifications for changes and approvals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329184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356616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903720" y="336499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faculty and students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4805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23" name="Shape 20"/>
          <p:cNvSpPr/>
          <p:nvPr/>
        </p:nvSpPr>
        <p:spPr>
          <a:xfrm>
            <a:off x="868680" y="475488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17320" y="455371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workload trends, room utilization, substitution frequency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448056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/>
        </p:spPr>
      </p:sp>
      <p:sp>
        <p:nvSpPr>
          <p:cNvPr id="27" name="Shape 24"/>
          <p:cNvSpPr/>
          <p:nvPr/>
        </p:nvSpPr>
        <p:spPr>
          <a:xfrm>
            <a:off x="6355080" y="4754880"/>
            <a:ext cx="365760" cy="365760"/>
          </a:xfrm>
          <a:prstGeom prst="ellipse">
            <a:avLst/>
          </a:prstGeom>
          <a:solidFill>
            <a:srgbClr val="2E9E6A"/>
          </a:solidFill>
          <a:ln/>
        </p:spPr>
      </p:sp>
      <p:sp>
        <p:nvSpPr>
          <p:cNvPr id="28" name="Text 25"/>
          <p:cNvSpPr/>
          <p:nvPr/>
        </p:nvSpPr>
        <p:spPr>
          <a:xfrm>
            <a:off x="63550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903720" y="4553712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Voice-driven agent interaction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486400" cy="5486400"/>
          </a:xfrm>
          <a:prstGeom prst="ellipse">
            <a:avLst/>
          </a:prstGeom>
          <a:solidFill>
            <a:srgbClr val="2730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2E9E6A"/>
          </a:solidFill>
          <a:ln/>
        </p:spPr>
      </p:sp>
      <p:pic>
        <p:nvPicPr>
          <p:cNvPr id="4" name="Image 0" descr="/home/claude/build/icon_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288036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Indian engineering college deserves a timetable system that builds itself — and heals itself the moment reality changes.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one department's timetable, this project proves the core idea that FacultyOS and future ABTalks tools are built on: replacing manual academic administration with reliable, AI-assisted systems that people can actually trust.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914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build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10332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031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Timetable Auto-Generator with an AI Reassignment Agent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Dhaneshwar Kumar  •  ABTalks  •  60-Day Claude AI Mastery Challenge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ABTalks 60-Day Claude AI Mastery Challenge  |  10-Day Capstone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2026-07-21T06:36:20Z</dcterms:created>
  <dcterms:modified xsi:type="dcterms:W3CDTF">2026-07-21T06:36:20Z</dcterms:modified>
</cp:coreProperties>
</file>